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1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729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0GiS0/github-copilot-chat-extension-ad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3" name="Shape 1"/>
          <p:cNvSpPr/>
          <p:nvPr/>
        </p:nvSpPr>
        <p:spPr>
          <a:xfrm>
            <a:off x="8412480" y="-1097280"/>
            <a:ext cx="5486400" cy="5486400"/>
          </a:xfrm>
          <a:prstGeom prst="ellipse">
            <a:avLst/>
          </a:prstGeom>
          <a:solidFill>
            <a:srgbClr val="2F81F7">
              <a:alpha val="12000"/>
            </a:srgbClr>
          </a:solidFill>
          <a:ln w="12700">
            <a:solidFill>
              <a:srgbClr val="2F81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4" name="Shape 2"/>
          <p:cNvSpPr/>
          <p:nvPr/>
        </p:nvSpPr>
        <p:spPr>
          <a:xfrm>
            <a:off x="-2011680" y="4754880"/>
            <a:ext cx="5669280" cy="5669280"/>
          </a:xfrm>
          <a:prstGeom prst="ellipse">
            <a:avLst/>
          </a:prstGeom>
          <a:solidFill>
            <a:srgbClr val="2DA44E">
              <a:alpha val="10000"/>
            </a:srgbClr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640080" y="3383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800" b="1" dirty="0">
                <a:solidFill>
                  <a:srgbClr val="FFFFFF"/>
                </a:solidFill>
                <a:latin typeface="Arial"/>
              </a:rPr>
              <a:t>GitHub Copilot Chat for Azure DevOps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94183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700" dirty="0">
                <a:solidFill>
                  <a:srgbClr val="D1D5DB"/>
                </a:solidFill>
                <a:latin typeface="Arial"/>
              </a:rPr>
              <a:t>Bring Copilot Chat into Azure DevOps to reduce context switching and improve developer productivity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 b="1">
                <a:solidFill>
                  <a:srgbClr val="2F81F7"/>
                </a:solidFill>
                <a:latin typeface="Arial"/>
              </a:rPr>
              <a:t>Business value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1060704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1F7"/>
            </a:solidFill>
            <a:prstDash val="solid"/>
          </a:ln>
          <a:effectLst>
            <a:outerShdw blurRad="762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0" name="Shape 8"/>
          <p:cNvSpPr/>
          <p:nvPr/>
        </p:nvSpPr>
        <p:spPr>
          <a:xfrm>
            <a:off x="1051560" y="2578608"/>
            <a:ext cx="530352" cy="530352"/>
          </a:xfrm>
          <a:prstGeom prst="ellipse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1" name="Text 9"/>
          <p:cNvSpPr/>
          <p:nvPr/>
        </p:nvSpPr>
        <p:spPr>
          <a:xfrm>
            <a:off x="1051560" y="26334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ES" sz="2400" dirty="0"/>
              <a:t>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2496312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600" b="1" dirty="0">
                <a:solidFill>
                  <a:srgbClr val="0F172A"/>
                </a:solidFill>
                <a:latin typeface="Arial"/>
              </a:rPr>
              <a:t>Happier Azure DevOps customers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2807208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200" b="1" dirty="0">
                <a:solidFill>
                  <a:srgbClr val="475569"/>
                </a:solidFill>
                <a:latin typeface="Arial"/>
              </a:rPr>
              <a:t>Developers get instant help, explanations, and suggestions directly inside Azure DevOps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1060704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A44E"/>
            </a:solidFill>
            <a:prstDash val="solid"/>
          </a:ln>
          <a:effectLst>
            <a:outerShdw blurRad="762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5" name="Shape 13"/>
          <p:cNvSpPr/>
          <p:nvPr/>
        </p:nvSpPr>
        <p:spPr>
          <a:xfrm>
            <a:off x="1051560" y="3813048"/>
            <a:ext cx="530352" cy="53035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6" name="Text 14"/>
          <p:cNvSpPr/>
          <p:nvPr/>
        </p:nvSpPr>
        <p:spPr>
          <a:xfrm>
            <a:off x="1051560" y="38679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ES" sz="2400" dirty="0"/>
              <a:t>🚀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3730752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600" b="1" dirty="0">
                <a:solidFill>
                  <a:srgbClr val="0F172A"/>
                </a:solidFill>
                <a:latin typeface="Arial"/>
              </a:rPr>
              <a:t>Faster onboarding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041648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200" dirty="0">
                <a:solidFill>
                  <a:srgbClr val="475569"/>
                </a:solidFill>
                <a:latin typeface="Arial"/>
              </a:rPr>
              <a:t>Create new projects from company-approved templates, automating repository and pipeline setup.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800600"/>
            <a:ext cx="1060704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blurRad="762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20" name="Shape 18"/>
          <p:cNvSpPr/>
          <p:nvPr/>
        </p:nvSpPr>
        <p:spPr>
          <a:xfrm>
            <a:off x="1051560" y="5047488"/>
            <a:ext cx="530352" cy="530352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1" name="Text 19"/>
          <p:cNvSpPr/>
          <p:nvPr/>
        </p:nvSpPr>
        <p:spPr>
          <a:xfrm>
            <a:off x="1051560" y="50932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ES" sz="2400" dirty="0"/>
              <a:t>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91640" y="4965192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600" b="1" dirty="0">
                <a:solidFill>
                  <a:srgbClr val="0F172A"/>
                </a:solidFill>
                <a:latin typeface="Arial"/>
              </a:rPr>
              <a:t>Better developer experience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276088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200" dirty="0">
                <a:solidFill>
                  <a:srgbClr val="475569"/>
                </a:solidFill>
                <a:latin typeface="Arial"/>
              </a:rPr>
              <a:t>Keep planning, coding, and delivery in one place without switching tools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6172200"/>
            <a:ext cx="10607040" cy="41148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25" name="Text 23"/>
          <p:cNvSpPr/>
          <p:nvPr/>
        </p:nvSpPr>
        <p:spPr>
          <a:xfrm>
            <a:off x="1051560" y="624535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dirty="0">
                <a:solidFill>
                  <a:srgbClr val="2DA44E"/>
                </a:solidFill>
                <a:latin typeface="Arial"/>
              </a:rPr>
              <a:t>Repo: </a:t>
            </a:r>
            <a:r>
              <a:rPr sz="1300" dirty="0">
                <a:solidFill>
                  <a:srgbClr val="2DA44E"/>
                </a:solidFill>
                <a:latin typeface="Arial"/>
                <a:hlinkClick r:id="rId3"/>
              </a:rPr>
              <a:t>https://github.com/0GiS0/github-copilot-chat-extension-ado</a:t>
            </a:r>
            <a:r>
              <a:rPr lang="es-ES" sz="1300" dirty="0">
                <a:solidFill>
                  <a:srgbClr val="2DA44E"/>
                </a:solidFill>
                <a:latin typeface="Arial"/>
              </a:rPr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318" y="2514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3200" b="1" dirty="0"/>
              <a:t>GitHub Copilot Chat for Azure DevOps architecture</a:t>
            </a:r>
            <a:endParaRPr lang="en-GB" sz="3200" dirty="0"/>
          </a:p>
        </p:txBody>
      </p:sp>
      <p:sp>
        <p:nvSpPr>
          <p:cNvPr id="4" name="Shape 2"/>
          <p:cNvSpPr/>
          <p:nvPr/>
        </p:nvSpPr>
        <p:spPr>
          <a:xfrm>
            <a:off x="498318" y="2813161"/>
            <a:ext cx="1920240" cy="1097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681198" y="2950321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F172A"/>
                </a:solidFill>
              </a:rPr>
              <a:t>👤 User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1198" y="3316081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</a:rPr>
              <a:t>Developer in</a:t>
            </a:r>
            <a:endParaRPr lang="en-US" sz="1100" dirty="0"/>
          </a:p>
          <a:p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</a:rPr>
              <a:t>Azure DevOps</a:t>
            </a:r>
          </a:p>
        </p:txBody>
      </p:sp>
      <p:sp>
        <p:nvSpPr>
          <p:cNvPr id="7" name="Shape 5"/>
          <p:cNvSpPr/>
          <p:nvPr/>
        </p:nvSpPr>
        <p:spPr>
          <a:xfrm>
            <a:off x="2601438" y="2584561"/>
            <a:ext cx="2834640" cy="1554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8" name="Text 6"/>
          <p:cNvSpPr/>
          <p:nvPr/>
        </p:nvSpPr>
        <p:spPr>
          <a:xfrm>
            <a:off x="2784318" y="2721721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ES" sz="1400" dirty="0"/>
              <a:t>📋</a:t>
            </a:r>
            <a:r>
              <a:rPr sz="1400" b="1" dirty="0">
                <a:solidFill>
                  <a:srgbClr val="0F172A"/>
                </a:solidFill>
                <a:latin typeface="Arial"/>
              </a:rPr>
              <a:t> Azure DevOps (Web)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4318" y="3087481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100" b="1" dirty="0"/>
              <a:t>Copilot Chat UI</a:t>
            </a:r>
            <a:br>
              <a:rPr lang="en-GB" sz="1100" dirty="0"/>
            </a:br>
            <a:r>
              <a:rPr lang="en-GB" sz="1100" dirty="0"/>
              <a:t>Azure DevOps extension</a:t>
            </a:r>
          </a:p>
        </p:txBody>
      </p:sp>
      <p:sp>
        <p:nvSpPr>
          <p:cNvPr id="10" name="Shape 8"/>
          <p:cNvSpPr/>
          <p:nvPr/>
        </p:nvSpPr>
        <p:spPr>
          <a:xfrm>
            <a:off x="5710398" y="2173081"/>
            <a:ext cx="3566160" cy="2377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1" name="Text 9"/>
          <p:cNvSpPr/>
          <p:nvPr/>
        </p:nvSpPr>
        <p:spPr>
          <a:xfrm>
            <a:off x="5893278" y="2310241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F172A"/>
                </a:solidFill>
              </a:rPr>
              <a:t>🤖 Extension + 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93278" y="2767441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/>
              <a:t>ADO extension UI (React)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/>
              <a:t>Backend API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/>
              <a:t>GitHub auth (device flow)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/>
              <a:t>GitHub Copilot SDK</a:t>
            </a:r>
          </a:p>
        </p:txBody>
      </p:sp>
      <p:sp>
        <p:nvSpPr>
          <p:cNvPr id="13" name="Shape 11"/>
          <p:cNvSpPr/>
          <p:nvPr/>
        </p:nvSpPr>
        <p:spPr>
          <a:xfrm>
            <a:off x="9642318" y="2813161"/>
            <a:ext cx="2011680" cy="10972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4" name="Text 12"/>
          <p:cNvSpPr/>
          <p:nvPr/>
        </p:nvSpPr>
        <p:spPr>
          <a:xfrm>
            <a:off x="9825198" y="2950321"/>
            <a:ext cx="17585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0F172A"/>
                </a:solidFill>
              </a:rPr>
              <a:t>✨ GitHub Copilot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25198" y="3316081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</a:rPr>
              <a:t>Model +</a:t>
            </a:r>
            <a:endParaRPr lang="en-US" sz="1100" dirty="0"/>
          </a:p>
          <a:p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</a:rPr>
              <a:t>assistant runtime</a:t>
            </a:r>
          </a:p>
        </p:txBody>
      </p:sp>
      <p:sp>
        <p:nvSpPr>
          <p:cNvPr id="16" name="Shape 14"/>
          <p:cNvSpPr/>
          <p:nvPr/>
        </p:nvSpPr>
        <p:spPr>
          <a:xfrm>
            <a:off x="2418558" y="3361801"/>
            <a:ext cx="182880" cy="91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ES"/>
          </a:p>
        </p:txBody>
      </p:sp>
      <p:sp>
        <p:nvSpPr>
          <p:cNvPr id="17" name="Shape 15"/>
          <p:cNvSpPr/>
          <p:nvPr/>
        </p:nvSpPr>
        <p:spPr>
          <a:xfrm>
            <a:off x="5436078" y="3361801"/>
            <a:ext cx="274320" cy="91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ES"/>
          </a:p>
        </p:txBody>
      </p:sp>
      <p:sp>
        <p:nvSpPr>
          <p:cNvPr id="18" name="Shape 16"/>
          <p:cNvSpPr/>
          <p:nvPr/>
        </p:nvSpPr>
        <p:spPr>
          <a:xfrm>
            <a:off x="9276558" y="3361801"/>
            <a:ext cx="365760" cy="91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E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E76247-17A9-6A6D-54B4-518EBA99E921}"/>
              </a:ext>
            </a:extLst>
          </p:cNvPr>
          <p:cNvSpPr txBox="1"/>
          <p:nvPr/>
        </p:nvSpPr>
        <p:spPr>
          <a:xfrm>
            <a:off x="681198" y="927712"/>
            <a:ext cx="86521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100" b="1" dirty="0"/>
              <a:t>Developer chat in Azure DevOps → Extension backend → GitHub Copilot</a:t>
            </a:r>
            <a:endParaRPr lang="en-GB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151</Words>
  <Application>Microsoft Macintosh PowerPoint</Application>
  <PresentationFormat>Widescreen</PresentationFormat>
  <Paragraphs>30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Backstage + Copilot SDK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Business value + architecture</dc:subject>
  <dc:creator>GitHub Copilot SDK Enterprise Challenge</dc:creator>
  <cp:lastModifiedBy>Gisela Torres</cp:lastModifiedBy>
  <cp:revision>17</cp:revision>
  <dcterms:created xsi:type="dcterms:W3CDTF">2026-03-06T21:56:42Z</dcterms:created>
  <dcterms:modified xsi:type="dcterms:W3CDTF">2026-03-07T00:00:01Z</dcterms:modified>
</cp:coreProperties>
</file>